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我们做的是「边缘 + 模型 + OTA」场景下的多 Agent 协同运维，名字叫 Edge AIOps。下面我会讲清楚为什么、怎么做、能落地到什么程度。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边缘 AI 部署的规模已经到了千节点级别。一个模型版本通过 OTA 推到几十个区域，每个区域又有自己的客户分级。出了问题时，到底是模型回归、数据漂移、节点故障还是网络问题？一个 Agent 串行处理会失去阶段边界；多个工具独立调用会失去证据链。我们需要的是一个有清晰阶段、有风险分级、能 HITL 的多 Agent 团队。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个 Agent，每个一个阶段。EdgeSentinel 看的是边缘 + 模型 + OTA 三类信号，做信号融合；EdgeDiagnostician 看日志、Trace、模型遥测、OTA 历史、节点资源、Runbook，做多源归因；EdgeOrchestrator 拿到归因后做风险分级，发起执行请求；EdgeSentry 验收恢复结果，写 postmortem。4 个 Agent 加 1 个 TeamLeader 加 1 个 Manager，共 6 个 Worker。和官方的 Manager-TeamLeader-Worker 模式严格对齐。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关键设计：Agent 不直接执行高风险动作。Agent 只发「执行请求」，带风险等级。L0 L1 自动批准，L2 L3 进入 pending_approval 状态，等人类审批。这个队列就是 HITL seam，也是 demo 跨越到生产的稳定接口。Demo 阶段我们 mock 这个队列；生产阶段由外部 Operator（K8s Operator / ML 平台 Operator / OTA Operator）监听并执行。Agent 代码永远不变。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工作流以 dependency_graph 形式声明，AgentTeams Manager 动态调度，加新 Agent 就是 3 行 JSON 改动。YAML 格式（K8s CRD）也同步提供，AgentTeams v1.2 原生支持。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个 Skill，每个都是「决策类」可复用能力。结构标准化：YAML frontmatter 含版本和成熟度；输入输出有显式契约；最后有 Quality Gates 作为硬约束。比如 risk-guard 永远不自动批准 L2/L3；recovery-verify 永远要求每个 postmortem 必须含流程改进和可观测改进。这些 Quality Gates 是 Skill 工程最值钱的部分。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我们准备了两个场景，跑通了 demo 的是模型漂移。真实还原了一个没做 canary 的 OTA 推送，14 点准时触发，准确率从 0.92 跌到 0.71。EdgeSentinel 把 3 个告警融合成一个 P1 事故；EdgeDiagnostician 调 Runbook RAG 拿到 6.0 分的 RB-OTA-001，归因到 ota_model_regression 置信度 0.86；EdgeOrchestrator 发出 2 个执行请求，L1 自动批准 L2 卡在审批；EdgeSentry 验证 L1 自动批准部分让准确率回到 0.91。整个链路可审计、可复现。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仓库结构清晰，4 个 Agent + 7 个 Skill + 11 个 mock 工具 + 2 个场景。重点是 mock 和真协议接口对齐，所以从 demo 跨越到生产是「替换实现」，不是「重写 Agent」。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我们的设计与示例有 4 点显著差异。命名反映 Edge 业务，Agent 不直接执行，依赖图显式声明，mock 实现含轻量 RAG。我们没有抄袭套壳，而是吸收示例的 Manager-Worker 模式后做了适配。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Mock 阶段我们已经跑通了 4 类验证：健康检查、L0/L1 自动批准、L2/L3 挂起、轻量 RAG 检索。复赛的真实落地路径见 final-roadmap.md，包括 K3s 单节点、Triton 推理、Prometheus 抓取、MLflow 模型注册、Argo Rollouts OTA。可观测性靠 trace 端点和 requests 端点，每次工具调用和每个执行请求都有审计。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我们准备贡献 5 个 PR，覆盖文档、Skill 模板、MCP server、可观测 hook、K8s RBAC 示例。完全对齐官方 5 个评分维度。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欢迎评审老师提问。我们准备的所有问题都在 PPT 里，仓库 README + docs/* 也都有详细说明。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D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AFBFC"/>
                </a:solidFill>
              </a:defRPr>
            </a:pPr>
            <a:r>
              <a:t>Edge AIOps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AFBFC"/>
                </a:solidFill>
              </a:defRPr>
            </a:pPr>
            <a:r>
              <a:t>Multi-Agent Incident Response for Edge + AI Fleets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AFBFC"/>
                </a:solidFill>
              </a:defRPr>
            </a:pPr>
            <a:r>
              <a:t>Agent Infra 初赛方案 ·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28800" cy="73152"/>
          </a:xfrm>
          <a:prstGeom prst="rect">
            <a:avLst/>
          </a:prstGeom>
          <a:solidFill>
            <a:srgbClr val="1E8E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痛点：边缘 AI 部署的 4 个现实难题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① 边缘节点数量大：千级 GPU 节点，间歇性断网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② 模型版本多：数十个版本通过 OTA 滚动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③ 漂移信号多：accuracy / concept / data / upstream 4 类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④ 风险分级模糊：哪个动作能自动做？哪个必须人批？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264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→ 单 Agent 串行失去阶段边界；多工具独立调用失去证据链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我们的方案：4 Agent 协同团队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edge_sentinel（边缘哨兵·检测）—— 融合边缘 + 模型 + OTA 三类信号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edge_diagnostician（边缘诊断师·归因）—— 多源证据关联 + 轻量 RAG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edge_orchestrator（边缘编排师·规划）—— 风险分级 + 发起执行请求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edge_sentry（边缘验收师·验证）—— SLA 验收 + postmortem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1E8E3E"/>
                </a:solidFill>
              </a:defRPr>
            </a:pPr>
            <a:r>
              <a:t>Manager-TeamLeader-Worker 模式严格对齐 · 4 业务 Agent + 1 TeamLeader + 1 Manager = 6 Worker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关键设计：Agents Decide, Operators Execute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1828800"/>
            <a:ext cx="3017520" cy="914400"/>
          </a:xfrm>
          <a:prstGeom prst="roundRect">
            <a:avLst/>
          </a:prstGeom>
          <a:solidFill>
            <a:srgbClr val="1F4E8C"/>
          </a:solidFill>
          <a:ln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AgentTeams (4 Agents)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023360" y="2148840"/>
            <a:ext cx="365760" cy="274320"/>
          </a:xfrm>
          <a:prstGeom prst="rightArrow">
            <a:avLst/>
          </a:prstGeom>
          <a:solidFill>
            <a:srgbClr val="2024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017520" cy="914400"/>
          </a:xfrm>
          <a:prstGeom prst="round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Request Queue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498080" y="2148840"/>
            <a:ext cx="365760" cy="274320"/>
          </a:xfrm>
          <a:prstGeom prst="rightArrow">
            <a:avLst/>
          </a:prstGeom>
          <a:solidFill>
            <a:srgbClr val="2024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09560" y="1828800"/>
            <a:ext cx="3017520" cy="914400"/>
          </a:xfrm>
          <a:prstGeom prst="roundRect">
            <a:avLst/>
          </a:prstGeom>
          <a:solidFill>
            <a:srgbClr val="1E8E3E"/>
          </a:solidFill>
          <a:ln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External Operator 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Agent 永远不直接执行高风险动作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L0/L1 → auto_approved · L2/L3 → pending_approval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Demo → 生产：Agent 代码零改动，只换 mock 实现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工作流：DAG-Ready 的 dependency_graph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03120"/>
            <a:ext cx="2468880" cy="1005840"/>
          </a:xfrm>
          <a:prstGeom prst="roundRect">
            <a:avLst/>
          </a:prstGeom>
          <a:solidFill>
            <a:srgbClr val="1E8E3E"/>
          </a:solidFill>
          <a:ln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edge_sentinel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39" y="2103120"/>
            <a:ext cx="2468880" cy="1005840"/>
          </a:xfrm>
          <a:prstGeom prst="roundRect">
            <a:avLst/>
          </a:prstGeom>
          <a:solidFill>
            <a:srgbClr val="1F4E8C"/>
          </a:solidFill>
          <a:ln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edge_diagnostician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2103120"/>
            <a:ext cx="2468880" cy="1005840"/>
          </a:xfrm>
          <a:prstGeom prst="round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edge_orchestrator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103120"/>
            <a:ext cx="2468880" cy="1005840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AFBFC"/>
                </a:solidFill>
              </a:defRPr>
            </a:pPr>
            <a:r>
              <a:t>edge_sentry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91840" y="2468880"/>
            <a:ext cx="457200" cy="274320"/>
          </a:xfrm>
          <a:prstGeom prst="rightArrow">
            <a:avLst/>
          </a:prstGeom>
          <a:solidFill>
            <a:srgbClr val="2024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6126480" y="2468880"/>
            <a:ext cx="457200" cy="274320"/>
          </a:xfrm>
          <a:prstGeom prst="rightArrow">
            <a:avLst/>
          </a:prstGeom>
          <a:solidFill>
            <a:srgbClr val="2024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961120" y="2468880"/>
            <a:ext cx="457200" cy="274320"/>
          </a:xfrm>
          <a:prstGeom prst="rightArrow">
            <a:avLst/>
          </a:prstGeom>
          <a:solidFill>
            <a:srgbClr val="2024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JSON 格式 + K8s CRD YAML 镜像同步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Manager 动态调度，加新 Agent 仅 3 行 JSON 改动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AgentTeams v1.2 原生支持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Skill 工程体系：7 个版本化 Skill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80060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Skill 名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职责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alert-fusion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告警融合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impact-mapping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影响映射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log-trace-rca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多源归因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model-governance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模型治理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remediation-plan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修复计划生成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risk-guard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L0-L3 风险分级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recovery-verify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恢复验收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v0.1.0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760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1E8E3E"/>
                </a:solidFill>
              </a:defRPr>
            </a:pPr>
            <a:r>
              <a:t>每个 Skill 含：YAML frontmatter (version + maturity) · Inputs · Procedure · Output Contract · Quality Gates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Scenario 1: model_drift 跑通演示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0242C"/>
                </a:solidFill>
              </a:defRPr>
            </a:pPr>
            <a:r>
              <a:t>Trigger: 14:00 OTA 把 resnet50 v3.2.1 推到 Hangzhou 集群（无 canary）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0242C"/>
                </a:solidFill>
              </a:defRPr>
            </a:pPr>
            <a:r>
              <a:t>Symptom: accuracy 0.92 → 0.71, p99 420ms → 1450ms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① Sentinel: 3 个告警融合为 INC-2001 (P1)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② Diagnostician: log-trace-rca + 轻量 RAG（score=6.0）→ top_candidate: ota_model_regression, confidence=0.86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③ Orchestrator: quarantine_node L1 auto_approved · rollback_model L2 pending_approval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④ Sentry: query_metrics(after) → accuracy=0.91, fleet_healthy · postmortem 自动生成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6751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E8E3E"/>
                </a:solidFill>
              </a:defRPr>
            </a:pPr>
            <a:r>
              <a:t>复现命令: curl http://127.0.0.1:18090/tools/model_drift/requests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工程实现细节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91885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目录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at/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team_spec.json + team_spec.yaml + AgentTeam.md + RUNBOOK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agents/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4 个 Agent.md（含 Position + IO 契约）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skills/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7 个 SKILL.md（含 frontmatter + 质量门）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tools/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mock_tool_server.py + mock_tools.py + tool_catalog.json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scenarios/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2 个 JSON（model_drift + edge_node_failure）</a:t>
                      </a:r>
                    </a:p>
                  </a:txBody>
                  <a:tcPr/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docs/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submission summary + roadmap + RAG + run evidence + PPT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7548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Mock 与真协议接口签名 1:1 对齐（tool_catalog.json 标 future_mcp_mapping）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11 个 mock 工具分 3 类：decision-support / execution-request / verification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任何工具的 mock → 真实现 都是 1 行改动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7 个 Skill 全版本化（frontmatter 含 version + maturity）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与示例（opspilot-zero-demo）的差异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opspilot-zero-demo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edge-aiops-demo (我们的)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差异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alert-intake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edge_sentinel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Edge 信号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rca-analyst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edge_diagnostician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节点/模型/OTA 多源归因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remediation-planner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edge_orchestrator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发执行请求，不直接执行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recovery-verifier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edge_sentry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SLA + 队列状态验证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命名体现 Edge + 模型 + OTA 业务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Agent 不直接执行高风险动作，只发请求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加 dependency_graph + K8s CRD 镜像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mock_runbook 升级为轻量 RAG（tag + symptom 评分）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删除对 K3s/Prometheus 的过早抽象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工程验证 + 可观测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E3E"/>
                </a:solidFill>
              </a:defRPr>
            </a:pPr>
            <a:r>
              <a:t>Mock 验证（已跑通）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✓ Health / Scenarios / Requests / Trace 4 个端点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✓ L0/L1 auto_approved → after metrics 显示恢复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✓ L2/L3 pending_approval → 不执行，留在队列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✓ Lightweight RAG: query score=6.0 +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真实落地路径（复赛）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K3s 单机 + Triton + Prometheus + MLflow + Argo Rollouts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External Operator Pool（5 ops）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LoongSuite OTel 自动埋点</a:t>
            </a:r>
          </a:p>
          <a:p>
            <a:pPr>
              <a:spcAft>
                <a:spcPts val="400"/>
              </a:spcAft>
              <a:defRPr sz="1600">
                <a:solidFill>
                  <a:srgbClr val="20242C"/>
                </a:solidFill>
              </a:defRPr>
            </a:pPr>
            <a:r>
              <a:t>详见 docs/final-roadmap.md（4 周时间表）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0242C"/>
                </a:solidFill>
              </a:defRPr>
            </a:pPr>
            <a:r>
              <a:t>可观测:  GET /tools/{scenario}/trace   每次工具调用  ·  GET /tools/{scenario}/requests  每个执行请求状态  ·  每个 Agent 输出含 evidence_refs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0242C"/>
                </a:solidFill>
              </a:defRPr>
            </a:pPr>
            <a:r>
              <a:t>开源贡献计划：5 个 PR 目标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33400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仓库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20242C"/>
                          </a:solidFill>
                        </a:defRPr>
                      </a:pPr>
                      <a:r>
                        <a:t>PR 内容</a:t>
                      </a:r>
                    </a:p>
                  </a:txBody>
                  <a:tcPr>
                    <a:solidFill>
                      <a:srgbClr val="DDE7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agentscope-ai/AgentTeams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docs/examples/edge-aiops.md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agentscope-ai/AgentTeams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Skill frontmatter 模板生成器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agentscope-ai/MCP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edge_aiops_mcp server（包装 11 个 mock 工具）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agentscope-ai/AgentScope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LoongSuite OTel Agent 埋点 hook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argoproj/argo-rollouts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边缘命名空间 RBAC 示例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9377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场景价值  (25%):  真实 Edge AIOps 场景，命中方向 1「零人工运维」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多 Agent 协作  (25%):  4 Agent + dependency_graph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Skill 工程  (25%):  7 Skill + frontmatter + 质量门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工程验证  (20%):  mock 跑通 + final-roadmap</a:t>
            </a:r>
          </a:p>
          <a:p>
            <a:pPr>
              <a:spcAft>
                <a:spcPts val="800"/>
              </a:spcAft>
              <a:defRPr sz="2200">
                <a:solidFill>
                  <a:srgbClr val="20242C"/>
                </a:solidFill>
              </a:defRPr>
            </a:pPr>
            <a:r>
              <a:t>开源贡献  (5%):  5 个 PR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D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AFBFC"/>
                </a:solidFill>
              </a:defRPr>
            </a:pPr>
            <a:r>
              <a:t>Q &amp; 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FAFBFC"/>
                          </a:solidFill>
                        </a:defRPr>
                      </a:pPr>
                      <a:r>
                        <a:t>问题</a:t>
                      </a:r>
                    </a:p>
                  </a:txBody>
                  <a:tcPr>
                    <a:solidFill>
                      <a:srgbClr val="0B2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FAFBFC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0B2D5C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为什么 4 个 Agent 不多不少？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严格对应「检测-归因-规划-验证」4 阶段；多一个就模糊焦点；少一个就丢阶段边界。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为什么 Agent 不直接执行高风险动作？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LLM 不可靠 + L2/L3 不可逆；通过 HITL seam 让 Agent 做参谋、外部 Operator 做执行。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Skill 如何复用？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7 个 Skill 全部决策类、命名按「决策动词」、含 frontmatter 版本化；可复用到其他 AIOps 场景。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如何落地到生产？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final-roadmap.md 详细写了 K3s + Triton + Prometheus + MLflow + Argo Rollouts + 5 个 Operator 的对接计划。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真实数据从哪来？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决赛对接真实 Triton 推理服务；可手动 push v3.2.1 复现 OTA 回归。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与 opspilot-zero-demo 区别？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0242C"/>
                          </a:solidFill>
                        </a:defRPr>
                      </a:pPr>
                      <a:r>
                        <a:t>命名体现 Edge 业务 · Agent 不直接执行 · dependency_graph 显式 · 轻量 RAG · 删除过早抽象。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